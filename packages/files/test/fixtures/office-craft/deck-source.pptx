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theme" Target="theme/them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Speaker notes persisted.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Review</a:t>
            </a:r>
          </a:p>
        </p:txBody>
      </p:sp>
      <p:sp>
        <p:nvSpPr>
          <p:cNvPr id="2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First item</a:t>
            </a:r>
          </a:p>
          <a:p>
            <a:r>
              <a:rPr/>
              <a:t>Second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</Slides>
  <Notes>1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